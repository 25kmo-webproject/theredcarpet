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26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Normaali tyyli 2 - Korostu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Normaali tyyli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9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1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Ylätunnisteen paikkamerkki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2BEDAF-2455-47E5-B097-8780DA22F644}" type="datetimeFigureOut">
              <a:rPr lang="fi-FI" smtClean="0"/>
              <a:t>14.10.2026</a:t>
            </a:fld>
            <a:endParaRPr lang="fi-FI"/>
          </a:p>
        </p:txBody>
      </p:sp>
      <p:sp>
        <p:nvSpPr>
          <p:cNvPr id="4" name="Dian kuvan paikkamerkki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Huomautusten paikkamerkki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EAD368-0CFA-4BF1-A825-A277043A06AA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053025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EAD368-0CFA-4BF1-A825-A277043A06AA}" type="slidenum">
              <a:rPr lang="fi-FI" smtClean="0"/>
              <a:t>1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9713232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EAD368-0CFA-4BF1-A825-A277043A06AA}" type="slidenum">
              <a:rPr lang="fi-FI" smtClean="0"/>
              <a:t>2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348542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EAD368-0CFA-4BF1-A825-A277043A06AA}" type="slidenum">
              <a:rPr lang="fi-FI" smtClean="0"/>
              <a:t>5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737204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EAD368-0CFA-4BF1-A825-A277043A06AA}" type="slidenum">
              <a:rPr lang="fi-FI" smtClean="0"/>
              <a:t>6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88110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C73C8EF-198D-9381-8124-8A644B5390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818B3787-EA22-113F-5C40-E695487D87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Muokkaa alaotsikon perustyyliä napsautt.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1E2224C6-40FE-38EC-16F0-00CE54773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1BBB3-1D24-4372-ADCD-F9226262E10F}" type="datetimeFigureOut">
              <a:rPr lang="fi-FI" smtClean="0"/>
              <a:t>14.10.2026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74E49AE8-B1E0-29DE-4E86-F49626C79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DB770730-2D0D-C79E-F794-1F75388A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4BF36-D7E1-44C7-87C5-1AC28DAE5F1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18787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1046E79A-200C-7CE1-DCAD-DAFCC573F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F5D1DB94-D557-74F7-4D46-8F4EDBF12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494471D1-B0D9-89FC-EDB9-7BA77475E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1BBB3-1D24-4372-ADCD-F9226262E10F}" type="datetimeFigureOut">
              <a:rPr lang="fi-FI" smtClean="0"/>
              <a:t>14.10.2026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FAC20AF9-757F-4A3B-E5CA-52E17A23C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4734A461-0AD7-9306-163F-A9F21E59C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4BF36-D7E1-44C7-87C5-1AC28DAE5F1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497000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C2067F0C-0B46-2772-19C6-EFC9D10E8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A1F7A242-80F6-01C6-C028-D4A604417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64D873CF-8815-F6ED-762D-4D63CF58F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1BBB3-1D24-4372-ADCD-F9226262E10F}" type="datetimeFigureOut">
              <a:rPr lang="fi-FI" smtClean="0"/>
              <a:t>14.10.2026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B11F9D50-5988-8F8B-E28A-0BE19D9A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45B0FA81-E286-5327-C8EC-E72C47429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4BF36-D7E1-44C7-87C5-1AC28DAE5F1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665168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5EFA527F-BAAA-9702-E1B3-DC1E9C0EC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30171EBE-600A-2C10-B2A6-C253185CFB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19794996-6DF8-626B-673C-1DBCAF3737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A783A7A3-9F12-E2FB-39E4-7E8571CF5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1BBB3-1D24-4372-ADCD-F9226262E10F}" type="datetimeFigureOut">
              <a:rPr lang="fi-FI" smtClean="0"/>
              <a:t>14.10.2026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445DDF66-4632-7E67-EC71-32FAD9377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594B1866-F3E3-A581-959F-56B6AF043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4BF36-D7E1-44C7-87C5-1AC28DAE5F1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222831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B73C9E03-F90B-FC7B-11F6-DACD30AD9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B6715131-9E5A-BB5F-E5C0-20A3DA676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0EE546B8-3EE1-FA85-2BE0-2F7E94548D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Tekstin paikkamerkki 4">
            <a:extLst>
              <a:ext uri="{FF2B5EF4-FFF2-40B4-BE49-F238E27FC236}">
                <a16:creationId xmlns:a16="http://schemas.microsoft.com/office/drawing/2014/main" id="{9BE728A6-E3A5-479B-0688-D700C82F87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6" name="Sisällön paikkamerkki 5">
            <a:extLst>
              <a:ext uri="{FF2B5EF4-FFF2-40B4-BE49-F238E27FC236}">
                <a16:creationId xmlns:a16="http://schemas.microsoft.com/office/drawing/2014/main" id="{F0F6F48A-63FA-97A7-8AAE-C52C65D9F6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7" name="Päivämäärän paikkamerkki 6">
            <a:extLst>
              <a:ext uri="{FF2B5EF4-FFF2-40B4-BE49-F238E27FC236}">
                <a16:creationId xmlns:a16="http://schemas.microsoft.com/office/drawing/2014/main" id="{D14EBA66-B1AD-4276-E9FA-D8D15379F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1BBB3-1D24-4372-ADCD-F9226262E10F}" type="datetimeFigureOut">
              <a:rPr lang="fi-FI" smtClean="0"/>
              <a:t>14.10.2026</a:t>
            </a:fld>
            <a:endParaRPr lang="fi-FI"/>
          </a:p>
        </p:txBody>
      </p:sp>
      <p:sp>
        <p:nvSpPr>
          <p:cNvPr id="8" name="Alatunnisteen paikkamerkki 7">
            <a:extLst>
              <a:ext uri="{FF2B5EF4-FFF2-40B4-BE49-F238E27FC236}">
                <a16:creationId xmlns:a16="http://schemas.microsoft.com/office/drawing/2014/main" id="{15E265BE-8A12-4E3E-664F-68ED77ACF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9" name="Dian numeron paikkamerkki 8">
            <a:extLst>
              <a:ext uri="{FF2B5EF4-FFF2-40B4-BE49-F238E27FC236}">
                <a16:creationId xmlns:a16="http://schemas.microsoft.com/office/drawing/2014/main" id="{6379AD23-D498-2F39-8328-CC19EBFFD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4BF36-D7E1-44C7-87C5-1AC28DAE5F1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808633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CEFBC225-E23C-A9B3-63A9-2F17D2DA0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äivämäärän paikkamerkki 2">
            <a:extLst>
              <a:ext uri="{FF2B5EF4-FFF2-40B4-BE49-F238E27FC236}">
                <a16:creationId xmlns:a16="http://schemas.microsoft.com/office/drawing/2014/main" id="{700C3BFA-3648-E9F2-2207-38859C4DE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1BBB3-1D24-4372-ADCD-F9226262E10F}" type="datetimeFigureOut">
              <a:rPr lang="fi-FI" smtClean="0"/>
              <a:t>14.10.2026</a:t>
            </a:fld>
            <a:endParaRPr lang="fi-FI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BC8DB5FE-14E7-0C62-10B3-2102BE520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12C181AE-0D1F-6E6F-1B76-495312795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4BF36-D7E1-44C7-87C5-1AC28DAE5F1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317100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>
            <a:extLst>
              <a:ext uri="{FF2B5EF4-FFF2-40B4-BE49-F238E27FC236}">
                <a16:creationId xmlns:a16="http://schemas.microsoft.com/office/drawing/2014/main" id="{9C1E853B-F29F-ED2F-7881-4A1175450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1BBB3-1D24-4372-ADCD-F9226262E10F}" type="datetimeFigureOut">
              <a:rPr lang="fi-FI" smtClean="0"/>
              <a:t>14.10.2026</a:t>
            </a:fld>
            <a:endParaRPr lang="fi-FI"/>
          </a:p>
        </p:txBody>
      </p:sp>
      <p:sp>
        <p:nvSpPr>
          <p:cNvPr id="3" name="Alatunnisteen paikkamerkki 2">
            <a:extLst>
              <a:ext uri="{FF2B5EF4-FFF2-40B4-BE49-F238E27FC236}">
                <a16:creationId xmlns:a16="http://schemas.microsoft.com/office/drawing/2014/main" id="{C3FD9F79-D1BF-7132-124D-14EEF844F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E7957830-30A2-9F89-7C19-6419B8527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4BF36-D7E1-44C7-87C5-1AC28DAE5F1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458209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uvateksti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1257F7CD-D3E2-73CB-AE6E-B002C79AD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455BEA1C-1D8D-EFC6-E3E6-E5D91389F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8824D583-0629-AE02-DD52-0A1971730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AEF396B2-7653-F89F-426C-22A084AD2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1BBB3-1D24-4372-ADCD-F9226262E10F}" type="datetimeFigureOut">
              <a:rPr lang="fi-FI" smtClean="0"/>
              <a:t>14.10.2026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C67A82A9-295B-BE09-C2F2-274720272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1ADCA10D-0D27-50F5-89FE-E47A573BE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4BF36-D7E1-44C7-87C5-1AC28DAE5F1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075470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uvateksti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4F6AD828-5351-C8FB-F406-CAB38D6C3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Kuvan paikkamerkki 2">
            <a:extLst>
              <a:ext uri="{FF2B5EF4-FFF2-40B4-BE49-F238E27FC236}">
                <a16:creationId xmlns:a16="http://schemas.microsoft.com/office/drawing/2014/main" id="{B466AE26-3C1C-3156-C6D4-1AF39F1339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/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627E9340-9C00-7E91-53EB-D2042248D7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2F1518A2-8833-C34D-3ACC-CA6D8BB97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1BBB3-1D24-4372-ADCD-F9226262E10F}" type="datetimeFigureOut">
              <a:rPr lang="fi-FI" smtClean="0"/>
              <a:t>14.10.2026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814438B4-BC69-9F82-F561-087C66D1C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0C9F4CDD-5824-573F-6B0D-20B5056F9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4BF36-D7E1-44C7-87C5-1AC28DAE5F1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154290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408BA90E-949D-C1DC-3523-A0E20B5D9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5997FEA9-9736-0215-5E88-3A386BD91D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002CE23F-936F-6AA3-B3D8-5D213549E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1BBB3-1D24-4372-ADCD-F9226262E10F}" type="datetimeFigureOut">
              <a:rPr lang="fi-FI" smtClean="0"/>
              <a:t>14.10.2026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275D4A00-453D-5CCC-C2DF-DE761B3AB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1F543575-991E-7E4A-4C29-01B24E7D1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4BF36-D7E1-44C7-87C5-1AC28DAE5F1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577261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>
            <a:extLst>
              <a:ext uri="{FF2B5EF4-FFF2-40B4-BE49-F238E27FC236}">
                <a16:creationId xmlns:a16="http://schemas.microsoft.com/office/drawing/2014/main" id="{0B4AB821-DEC1-BFB2-9A70-318237AF13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5A6EFBAE-9C85-1E41-B0C6-AE1546EEFD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C2877147-6E35-E51A-2191-B44FE6549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1BBB3-1D24-4372-ADCD-F9226262E10F}" type="datetimeFigureOut">
              <a:rPr lang="fi-FI" smtClean="0"/>
              <a:t>14.10.2026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BCF4F2B1-F5FB-6E00-B490-3C336016C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5886106A-A4E1-1CA3-CCCB-1D5A53CF3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4BF36-D7E1-44C7-87C5-1AC28DAE5F1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3256897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406F310-2B8D-3C32-560C-686817E6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49" y="1012175"/>
            <a:ext cx="11113008" cy="849793"/>
          </a:xfrm>
        </p:spPr>
        <p:txBody>
          <a:bodyPr/>
          <a:lstStyle/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FD1A6D-2D8E-1FD1-C1AC-CB5E9D5A1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375" y="110364"/>
            <a:ext cx="5276852" cy="365125"/>
          </a:xfrm>
        </p:spPr>
        <p:txBody>
          <a:bodyPr/>
          <a:lstStyle/>
          <a:p>
            <a:endParaRPr lang="fi-FI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ADE430-EE65-B675-F031-7651DE9D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1BBB3-1D24-4372-ADCD-F9226262E10F}" type="datetimeFigureOut">
              <a:rPr lang="fi-FI" smtClean="0"/>
              <a:t>14.10.2026</a:t>
            </a:fld>
            <a:endParaRPr lang="fi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05BC9-1670-00D4-5A66-F52444DA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959" y="104649"/>
            <a:ext cx="429207" cy="365125"/>
          </a:xfrm>
        </p:spPr>
        <p:txBody>
          <a:bodyPr/>
          <a:lstStyle/>
          <a:p>
            <a:fld id="{B024BF36-D7E1-44C7-87C5-1AC28DAE5F14}" type="slidenum">
              <a:rPr lang="fi-FI" smtClean="0"/>
              <a:t>‹#›</a:t>
            </a:fld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2115542"/>
            <a:ext cx="11013670" cy="4451514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346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>
            <a:extLst>
              <a:ext uri="{FF2B5EF4-FFF2-40B4-BE49-F238E27FC236}">
                <a16:creationId xmlns:a16="http://schemas.microsoft.com/office/drawing/2014/main" id="{99FB96D9-54B5-06BD-1F8A-B3F9939EF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37273C81-F6CA-2B93-01A8-A5DAA4A9F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F3C9C411-AD78-A5BA-0B57-BF2B36F52F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E1BBB3-1D24-4372-ADCD-F9226262E10F}" type="datetimeFigureOut">
              <a:rPr lang="fi-FI" smtClean="0"/>
              <a:t>14.10.2026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E49B026B-B19B-9DF4-1F53-7A07772D93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42565585-6549-16E8-C745-6D3CD9CFAC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24BF36-D7E1-44C7-87C5-1AC28DAE5F1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124280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7" r:id="rId1"/>
    <p:sldLayoutId id="2147484228" r:id="rId2"/>
    <p:sldLayoutId id="2147484229" r:id="rId3"/>
    <p:sldLayoutId id="2147484230" r:id="rId4"/>
    <p:sldLayoutId id="2147484231" r:id="rId5"/>
    <p:sldLayoutId id="2147484232" r:id="rId6"/>
    <p:sldLayoutId id="2147484233" r:id="rId7"/>
    <p:sldLayoutId id="2147484234" r:id="rId8"/>
    <p:sldLayoutId id="2147484235" r:id="rId9"/>
    <p:sldLayoutId id="2147484236" r:id="rId10"/>
    <p:sldLayoutId id="2147484237" r:id="rId11"/>
    <p:sldLayoutId id="21474842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unaisen stanchion yläreunan näkymä">
            <a:extLst>
              <a:ext uri="{FF2B5EF4-FFF2-40B4-BE49-F238E27FC236}">
                <a16:creationId xmlns:a16="http://schemas.microsoft.com/office/drawing/2014/main" id="{1483C3FD-3063-1B3B-F3F9-D72693ABA0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18" b="1332"/>
          <a:stretch>
            <a:fillRect/>
          </a:stretch>
        </p:blipFill>
        <p:spPr>
          <a:xfrm>
            <a:off x="1" y="10"/>
            <a:ext cx="12191999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61819056-E6AB-5FF4-A1A5-F2321EA01B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7776" y="866825"/>
            <a:ext cx="7879080" cy="202390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200" dirty="0">
                <a:solidFill>
                  <a:srgbClr val="FFFFFF"/>
                </a:solidFill>
              </a:rPr>
              <a:t>The Red Carpet</a:t>
            </a:r>
            <a:br>
              <a:rPr lang="en-US" sz="5200" dirty="0">
                <a:solidFill>
                  <a:srgbClr val="FFFFFF"/>
                </a:solidFill>
              </a:rPr>
            </a:br>
            <a:endParaRPr lang="fi-FI" sz="5200" dirty="0">
              <a:solidFill>
                <a:srgbClr val="FFFFFF"/>
              </a:solidFill>
            </a:endParaRP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B492CF8F-28C9-0262-9316-575294FD5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6425" y="2375250"/>
            <a:ext cx="2797892" cy="5154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Group 6</a:t>
            </a:r>
          </a:p>
          <a:p>
            <a:endParaRPr lang="fi-FI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5065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2B52BA60-A549-A08C-BBDA-8CC071399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249623"/>
            <a:ext cx="10515600" cy="1325563"/>
          </a:xfrm>
        </p:spPr>
        <p:txBody>
          <a:bodyPr/>
          <a:lstStyle/>
          <a:p>
            <a:r>
              <a:rPr lang="en-US" dirty="0"/>
              <a:t>Team and roles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EF83E94E-4B88-6F4F-0D85-C790859C36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86026" y="1899519"/>
            <a:ext cx="5181600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Jermu Huttunen</a:t>
            </a:r>
          </a:p>
          <a:p>
            <a:r>
              <a:rPr lang="en-US" dirty="0"/>
              <a:t>Navbar</a:t>
            </a:r>
          </a:p>
          <a:p>
            <a:r>
              <a:rPr lang="en-US" dirty="0"/>
              <a:t>Group page</a:t>
            </a:r>
          </a:p>
          <a:p>
            <a:r>
              <a:rPr lang="en-US" dirty="0"/>
              <a:t>Signup/in UI</a:t>
            </a:r>
          </a:p>
          <a:p>
            <a:r>
              <a:rPr lang="en-US" dirty="0"/>
              <a:t>UI design</a:t>
            </a:r>
          </a:p>
          <a:p>
            <a:pPr marL="0" indent="0">
              <a:buNone/>
            </a:pPr>
            <a:r>
              <a:rPr lang="en-US" dirty="0"/>
              <a:t>Workload: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Matti </a:t>
            </a:r>
            <a:r>
              <a:rPr lang="en-US" b="1" dirty="0" err="1"/>
              <a:t>Rundelin</a:t>
            </a:r>
            <a:endParaRPr lang="en-US" b="1" dirty="0"/>
          </a:p>
          <a:p>
            <a:r>
              <a:rPr lang="en-US" dirty="0"/>
              <a:t>Database design</a:t>
            </a:r>
          </a:p>
          <a:p>
            <a:r>
              <a:rPr lang="en-US" dirty="0"/>
              <a:t>Group search bar</a:t>
            </a:r>
          </a:p>
          <a:p>
            <a:r>
              <a:rPr lang="fi-FI" dirty="0"/>
              <a:t>Interactive </a:t>
            </a:r>
            <a:r>
              <a:rPr lang="fi-FI" dirty="0" err="1"/>
              <a:t>signup</a:t>
            </a:r>
            <a:endParaRPr lang="fi-FI" dirty="0"/>
          </a:p>
          <a:p>
            <a:r>
              <a:rPr lang="fi-FI" dirty="0" err="1"/>
              <a:t>Documentation</a:t>
            </a:r>
            <a:endParaRPr lang="fi-FI" dirty="0"/>
          </a:p>
          <a:p>
            <a:pPr marL="0" indent="0">
              <a:buNone/>
            </a:pPr>
            <a:r>
              <a:rPr lang="en-US" dirty="0"/>
              <a:t>Workload:</a:t>
            </a:r>
          </a:p>
          <a:p>
            <a:endParaRPr lang="fi-FI" dirty="0"/>
          </a:p>
        </p:txBody>
      </p:sp>
      <p:sp>
        <p:nvSpPr>
          <p:cNvPr id="9" name="Sisällön paikkamerkki 8">
            <a:extLst>
              <a:ext uri="{FF2B5EF4-FFF2-40B4-BE49-F238E27FC236}">
                <a16:creationId xmlns:a16="http://schemas.microsoft.com/office/drawing/2014/main" id="{364AC5E7-ABC7-2ED5-6E43-4082B99A2A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81813" y="1902861"/>
            <a:ext cx="5181600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Santeri Mikkola</a:t>
            </a:r>
          </a:p>
          <a:p>
            <a:r>
              <a:rPr lang="fi-FI" dirty="0"/>
              <a:t>Movie </a:t>
            </a:r>
            <a:r>
              <a:rPr lang="fi-FI" dirty="0" err="1"/>
              <a:t>Search</a:t>
            </a:r>
            <a:endParaRPr lang="fi-FI" dirty="0"/>
          </a:p>
          <a:p>
            <a:r>
              <a:rPr lang="fi-FI" dirty="0" err="1"/>
              <a:t>Favorite</a:t>
            </a:r>
            <a:r>
              <a:rPr lang="fi-FI" dirty="0"/>
              <a:t> Movies</a:t>
            </a:r>
          </a:p>
          <a:p>
            <a:r>
              <a:rPr lang="fi-FI" dirty="0" err="1"/>
              <a:t>Automated</a:t>
            </a:r>
            <a:r>
              <a:rPr lang="fi-FI" dirty="0"/>
              <a:t> REST-API </a:t>
            </a:r>
            <a:r>
              <a:rPr lang="fi-FI" dirty="0" err="1"/>
              <a:t>tests</a:t>
            </a:r>
            <a:endParaRPr lang="fi-FI" dirty="0"/>
          </a:p>
          <a:p>
            <a:r>
              <a:rPr lang="fi-FI" dirty="0"/>
              <a:t>Movie </a:t>
            </a:r>
            <a:r>
              <a:rPr lang="fi-FI" dirty="0" err="1"/>
              <a:t>Details</a:t>
            </a:r>
            <a:endParaRPr lang="fi-FI" dirty="0"/>
          </a:p>
          <a:p>
            <a:r>
              <a:rPr lang="fi-FI" dirty="0"/>
              <a:t>UI design</a:t>
            </a:r>
          </a:p>
          <a:p>
            <a:pPr marL="0" indent="0">
              <a:buNone/>
            </a:pPr>
            <a:r>
              <a:rPr lang="en-US" dirty="0"/>
              <a:t>Workload:</a:t>
            </a:r>
          </a:p>
          <a:p>
            <a:pPr marL="0" indent="0">
              <a:buNone/>
            </a:pPr>
            <a:endParaRPr lang="fi-FI" dirty="0"/>
          </a:p>
          <a:p>
            <a:pPr marL="0" indent="0">
              <a:buNone/>
            </a:pPr>
            <a:r>
              <a:rPr lang="fi-FI" b="1" dirty="0"/>
              <a:t>Riku Ängeslevä</a:t>
            </a:r>
          </a:p>
          <a:p>
            <a:r>
              <a:rPr lang="fi-FI" dirty="0" err="1"/>
              <a:t>Now</a:t>
            </a:r>
            <a:r>
              <a:rPr lang="fi-FI" dirty="0"/>
              <a:t> in </a:t>
            </a:r>
            <a:r>
              <a:rPr lang="fi-FI" dirty="0" err="1"/>
              <a:t>theaters</a:t>
            </a:r>
            <a:r>
              <a:rPr lang="fi-FI" dirty="0"/>
              <a:t> </a:t>
            </a:r>
          </a:p>
          <a:p>
            <a:r>
              <a:rPr lang="fi-FI" dirty="0" err="1"/>
              <a:t>Registeration</a:t>
            </a:r>
            <a:r>
              <a:rPr lang="fi-FI" dirty="0"/>
              <a:t> </a:t>
            </a:r>
            <a:r>
              <a:rPr lang="fi-FI" dirty="0" err="1"/>
              <a:t>backend</a:t>
            </a:r>
            <a:endParaRPr lang="fi-FI" dirty="0"/>
          </a:p>
          <a:p>
            <a:r>
              <a:rPr lang="fi-FI" dirty="0"/>
              <a:t>Movie </a:t>
            </a:r>
            <a:r>
              <a:rPr lang="fi-FI" dirty="0" err="1"/>
              <a:t>reviews</a:t>
            </a:r>
            <a:endParaRPr lang="fi-FI" dirty="0"/>
          </a:p>
          <a:p>
            <a:pPr marL="0" indent="0">
              <a:buNone/>
            </a:pPr>
            <a:r>
              <a:rPr lang="en-US" dirty="0"/>
              <a:t>Workload: </a:t>
            </a:r>
          </a:p>
          <a:p>
            <a:pPr marL="0" indent="0">
              <a:buNone/>
            </a:pP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93998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D51D8E0-275A-3567-33F0-4B1D1BA88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600" y="-38100"/>
            <a:ext cx="10515600" cy="1325563"/>
          </a:xfrm>
        </p:spPr>
        <p:txBody>
          <a:bodyPr/>
          <a:lstStyle/>
          <a:p>
            <a:r>
              <a:rPr lang="en-US" dirty="0"/>
              <a:t>Key features		</a:t>
            </a:r>
            <a:endParaRPr lang="fi-FI" dirty="0"/>
          </a:p>
        </p:txBody>
      </p:sp>
      <p:graphicFrame>
        <p:nvGraphicFramePr>
          <p:cNvPr id="7" name="Sisällön paikkamerkki 6">
            <a:extLst>
              <a:ext uri="{FF2B5EF4-FFF2-40B4-BE49-F238E27FC236}">
                <a16:creationId xmlns:a16="http://schemas.microsoft.com/office/drawing/2014/main" id="{461C2AE5-7A4E-F004-CC88-CF18EC06EA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2857847"/>
              </p:ext>
            </p:extLst>
          </p:nvPr>
        </p:nvGraphicFramePr>
        <p:xfrm>
          <a:off x="156000" y="1173720"/>
          <a:ext cx="11880000" cy="545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3120062337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3542197085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31842986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Task</a:t>
                      </a:r>
                      <a:endParaRPr lang="fi-FI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Description</a:t>
                      </a:r>
                      <a:endParaRPr lang="fi-FI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Status</a:t>
                      </a:r>
                      <a:endParaRPr lang="fi-FI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9127398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r>
                        <a:rPr lang="en-US" sz="1200"/>
                        <a:t>1. Responsive Design</a:t>
                      </a:r>
                      <a:endParaRPr lang="fi-FI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The website adapts to different screen sizes</a:t>
                      </a:r>
                      <a:endParaRPr lang="fi-FI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Working</a:t>
                      </a:r>
                      <a:endParaRPr lang="fi-FI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6454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2. User Registration</a:t>
                      </a:r>
                      <a:endParaRPr lang="fi-FI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Users can register with an email and a secure password</a:t>
                      </a:r>
                      <a:endParaRPr lang="fi-FI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Working</a:t>
                      </a:r>
                      <a:endParaRPr lang="fi-FI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98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3. Login and Logout</a:t>
                      </a:r>
                      <a:endParaRPr lang="fi-FI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Users can log in and log out</a:t>
                      </a:r>
                      <a:endParaRPr lang="fi-FI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Working</a:t>
                      </a:r>
                      <a:endParaRPr lang="fi-FI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989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4. Account deletion</a:t>
                      </a:r>
                      <a:endParaRPr lang="fi-FI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Users can delete their accounts and related data</a:t>
                      </a:r>
                      <a:endParaRPr lang="fi-FI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Working</a:t>
                      </a:r>
                      <a:endParaRPr lang="fi-FI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9729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5. Search</a:t>
                      </a:r>
                      <a:endParaRPr lang="fi-FI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Users can search for movies and TV series using different criteria</a:t>
                      </a:r>
                      <a:endParaRPr lang="fi-FI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Working</a:t>
                      </a:r>
                      <a:endParaRPr lang="fi-FI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0108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6. Now Playing in Cinemas</a:t>
                      </a:r>
                      <a:endParaRPr lang="fi-FI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Displays movies currently showing in Finnish cinemas</a:t>
                      </a:r>
                      <a:endParaRPr lang="fi-FI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Working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846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7. Group Pages</a:t>
                      </a:r>
                      <a:endParaRPr lang="fi-FI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Users can create, view, and manage groups.</a:t>
                      </a:r>
                      <a:endParaRPr lang="fi-FI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Working</a:t>
                      </a:r>
                      <a:endParaRPr lang="fi-FI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6385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8. Adding members to Group</a:t>
                      </a:r>
                      <a:endParaRPr lang="fi-FI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Users can request to join groups, and owners can approve or reject requests.</a:t>
                      </a:r>
                      <a:endParaRPr lang="fi-FI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Working</a:t>
                      </a:r>
                      <a:endParaRPr lang="fi-FI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0797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9. Removing Members from Group</a:t>
                      </a:r>
                      <a:endParaRPr lang="fi-FI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Group owners can remove members, and members can leave group</a:t>
                      </a:r>
                      <a:endParaRPr lang="fi-FI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Working</a:t>
                      </a:r>
                      <a:endParaRPr lang="fi-FI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8069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10. Customizing Group Pages</a:t>
                      </a:r>
                      <a:endParaRPr lang="fi-FI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Group members can add movies to their group pages.</a:t>
                      </a:r>
                      <a:endParaRPr lang="fi-FI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Working</a:t>
                      </a:r>
                      <a:endParaRPr lang="fi-FI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66477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11. Movie Reviews</a:t>
                      </a:r>
                      <a:endParaRPr lang="fi-FI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Logged in users can write reviews and rate movies from 1 to 5 stars.</a:t>
                      </a:r>
                      <a:endParaRPr lang="fi-FI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Working</a:t>
                      </a:r>
                      <a:endParaRPr lang="fi-FI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2421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12. Browsing reviews</a:t>
                      </a:r>
                      <a:endParaRPr lang="fi-FI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All users can view movie reviews.</a:t>
                      </a:r>
                      <a:endParaRPr lang="fi-FI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Working</a:t>
                      </a:r>
                      <a:endParaRPr lang="fi-FI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3451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13. Favorites List</a:t>
                      </a:r>
                      <a:endParaRPr lang="fi-FI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Logged in users can create their own favorites list.</a:t>
                      </a:r>
                      <a:endParaRPr lang="fi-FI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Working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5425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14. Sharing Favorite Lists</a:t>
                      </a:r>
                      <a:endParaRPr lang="fi-FI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Users can share their favorites lists through a URL.</a:t>
                      </a:r>
                      <a:endParaRPr lang="fi-FI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Working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5312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15. Custom Feature</a:t>
                      </a:r>
                      <a:endParaRPr lang="fi-FI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-</a:t>
                      </a:r>
                      <a:endParaRPr lang="fi-FI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-</a:t>
                      </a:r>
                      <a:endParaRPr lang="fi-FI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0425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7415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F4047585-3091-FF6A-1B44-9048AB763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6"/>
            <a:ext cx="11113008" cy="849793"/>
          </a:xfrm>
        </p:spPr>
        <p:txBody>
          <a:bodyPr>
            <a:normAutofit/>
          </a:bodyPr>
          <a:lstStyle/>
          <a:p>
            <a:r>
              <a:rPr lang="en-US" dirty="0"/>
              <a:t>Challenges and lessons learned	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E4AEAF56-F77D-6BE2-547A-89C7B1622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2787"/>
            <a:ext cx="10515600" cy="4890087"/>
          </a:xfrm>
        </p:spPr>
        <p:txBody>
          <a:bodyPr/>
          <a:lstStyle/>
          <a:p>
            <a:r>
              <a:rPr lang="en-US"/>
              <a:t>Technical challenges</a:t>
            </a:r>
          </a:p>
          <a:p>
            <a:pPr lvl="1"/>
            <a:r>
              <a:rPr lang="en-US"/>
              <a:t>Git merge conflicts</a:t>
            </a:r>
          </a:p>
          <a:p>
            <a:pPr lvl="1"/>
            <a:r>
              <a:rPr lang="en-US"/>
              <a:t>CSS styling</a:t>
            </a:r>
          </a:p>
          <a:p>
            <a:r>
              <a:rPr lang="en-US"/>
              <a:t>Teamwork challenges</a:t>
            </a:r>
          </a:p>
          <a:p>
            <a:pPr lvl="1"/>
            <a:r>
              <a:rPr lang="en-US"/>
              <a:t>Kanban often desync</a:t>
            </a:r>
          </a:p>
          <a:p>
            <a:pPr lvl="1"/>
            <a:r>
              <a:rPr lang="en-US"/>
              <a:t>Communication</a:t>
            </a:r>
          </a:p>
          <a:p>
            <a:r>
              <a:rPr lang="en-US"/>
              <a:t>What the team learned</a:t>
            </a:r>
          </a:p>
          <a:p>
            <a:pPr lvl="1"/>
            <a:r>
              <a:rPr lang="en-US"/>
              <a:t>React</a:t>
            </a:r>
          </a:p>
          <a:p>
            <a:pPr lvl="1"/>
            <a:r>
              <a:rPr lang="en-US"/>
              <a:t>GitHub organization operations</a:t>
            </a:r>
          </a:p>
          <a:p>
            <a:pPr marL="457200" lvl="1" indent="0">
              <a:buNone/>
            </a:pPr>
            <a:endParaRPr lang="en-US"/>
          </a:p>
          <a:p>
            <a:pPr marL="457200" lvl="1" indent="0">
              <a:buNone/>
            </a:pPr>
            <a:r>
              <a:rPr lang="en-US"/>
              <a:t>Our most important: GitHub experience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268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21005F61-B110-7DA5-3E61-04CBB8834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516875"/>
            <a:ext cx="11113008" cy="849793"/>
          </a:xfrm>
        </p:spPr>
        <p:txBody>
          <a:bodyPr/>
          <a:lstStyle/>
          <a:p>
            <a:r>
              <a:rPr lang="en-US" dirty="0"/>
              <a:t>Personal reflection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E3873AD4-8897-DF6C-DD98-2D86C625A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Biggest challenge?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Learned during the project?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would you do differently next time?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951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E065E587-A82D-7088-B591-035EA68AC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735950"/>
            <a:ext cx="11113008" cy="849793"/>
          </a:xfrm>
        </p:spPr>
        <p:txBody>
          <a:bodyPr/>
          <a:lstStyle/>
          <a:p>
            <a:r>
              <a:rPr lang="en-US" dirty="0"/>
              <a:t>Conclusion	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E7E556C6-3B76-633A-71EE-66B7B51B4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Final thoughts:</a:t>
            </a:r>
          </a:p>
          <a:p>
            <a:pPr marL="0" indent="0">
              <a:buNone/>
            </a:pPr>
            <a:r>
              <a:rPr lang="en-US" dirty="0"/>
              <a:t>The project was versatile. Good amount of challenge.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Future improvements:</a:t>
            </a:r>
          </a:p>
          <a:p>
            <a:pPr marL="0" indent="0">
              <a:buNone/>
            </a:pPr>
            <a:r>
              <a:rPr lang="fi-FI" dirty="0" err="1"/>
              <a:t>Swagger</a:t>
            </a:r>
            <a:r>
              <a:rPr lang="fi-FI" dirty="0"/>
              <a:t>, CI/CD</a:t>
            </a:r>
          </a:p>
        </p:txBody>
      </p:sp>
    </p:spTree>
    <p:extLst>
      <p:ext uri="{BB962C8B-B14F-4D97-AF65-F5344CB8AC3E}">
        <p14:creationId xmlns:p14="http://schemas.microsoft.com/office/powerpoint/2010/main" val="1660073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School Days</Template>
  <TotalTime>433</TotalTime>
  <Words>366</Words>
  <Application>Microsoft Office PowerPoint</Application>
  <PresentationFormat>Laajakuva</PresentationFormat>
  <Paragraphs>107</Paragraphs>
  <Slides>6</Slides>
  <Notes>4</Notes>
  <HiddenSlides>0</HiddenSlides>
  <MMClips>0</MMClips>
  <ScaleCrop>false</ScaleCrop>
  <HeadingPairs>
    <vt:vector size="6" baseType="variant">
      <vt:variant>
        <vt:lpstr>Käytetyt fontit</vt:lpstr>
      </vt:variant>
      <vt:variant>
        <vt:i4>3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Office-teema</vt:lpstr>
      <vt:lpstr>The Red Carpet </vt:lpstr>
      <vt:lpstr>Team and roles</vt:lpstr>
      <vt:lpstr>Key features  </vt:lpstr>
      <vt:lpstr>Challenges and lessons learned </vt:lpstr>
      <vt:lpstr>Personal reflection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Riku Ängeslevä</dc:creator>
  <cp:lastModifiedBy>Riku Ängeslevä</cp:lastModifiedBy>
  <cp:revision>3</cp:revision>
  <dcterms:created xsi:type="dcterms:W3CDTF">2026-10-14T13:17:21Z</dcterms:created>
  <dcterms:modified xsi:type="dcterms:W3CDTF">2026-10-14T20:31:08Z</dcterms:modified>
</cp:coreProperties>
</file>